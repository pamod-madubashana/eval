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Tharusha Perera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Frontend Engineer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tharusha.perera@email.com  |  +1 (212) 555-0147  |  New York, NY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772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Passionate frontend engineer with 6+ years of experience building scalable web applications. Expert in React ecosystem and modern JavaScript frameworks.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TypeScript, Next.js, Redux, Tailwind CSS, GraphQL, Jest, Webpack, Git, Figma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Computer Science - University of Colombo (2018)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Frontend Developer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 Axiata PLC  |  2021 - Present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development of enterprise React dashboard serving 500K+ users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bundle size by 40% through code splitting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design system used across 5 internal products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414016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 |  2019 - 2021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micro-frontend architecture for cloud management console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95% test coverage with Jest and React Testing Library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- Tharusha Perera</dc:title>
  <dc:subject>PptxGenJS Presentation</dc:subject>
  <dc:creator>Tharusha Perera</dc:creator>
  <cp:lastModifiedBy>Tharusha Perera</cp:lastModifiedBy>
  <cp:revision>1</cp:revision>
  <dcterms:created xsi:type="dcterms:W3CDTF">2026-08-09T23:45:39Z</dcterms:created>
  <dcterms:modified xsi:type="dcterms:W3CDTF">2026-08-09T23:45:39Z</dcterms:modified>
</cp:coreProperties>
</file>
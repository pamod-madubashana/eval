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Sahan Wickramasinghe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4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sahan.wick@email.com  |  +1 (415) 555-0234  |  San Francisco, CA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777240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7772400" cy="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engineer with 4 years of experience designing and building RESTful APIs and microservices. Proficient in Node.js and Python.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Python, Express, PostgreSQL, Redis, Docker, AWS, REST APIs, Git, Linux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7772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Information Technology - University of Moratuwa (2020)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Zone24x7  |  2022 - Present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REST APIs handling 10K+ requests per minute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monolith to microservices using Docker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PostgreSQL queries improving response times by 3x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41401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688336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E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CodeGen International  |  2020 - 2022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2962656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payment processing integration for hotel booking system</a:t>
            </a:r>
            <a:endParaRPr lang="en-US" sz="9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real-time notification service using WebSockets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Resume - Sahan Wickramasinghe</dc:title>
  <dc:subject>PptxGenJS Presentation</dc:subject>
  <dc:creator>Sahan Wickramasinghe</dc:creator>
  <cp:lastModifiedBy>Sahan Wickramasinghe</cp:lastModifiedBy>
  <cp:revision>1</cp:revision>
  <dcterms:created xsi:type="dcterms:W3CDTF">2026-08-09T23:45:39Z</dcterms:created>
  <dcterms:modified xsi:type="dcterms:W3CDTF">2026-08-09T23:45:39Z</dcterms:modified>
</cp:coreProperties>
</file>
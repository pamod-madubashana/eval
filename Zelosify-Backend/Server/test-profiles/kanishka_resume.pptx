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Kanishka Fernando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Developer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kanishka.f@email.com  |  +1 (512) 555-0369  |  Austin, TX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77724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Summary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Motivated full-stack developer with 2 years of hands-on experience. Quick learner with solid foundation in JavaScript, React, and Node.js.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JavaScript, React, Node.js, Express, MongoDB, HTML/CSS, Git, REST APIs, MySQL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BSc Software Engineering - SLIIT (2022)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 Full-Stack Developer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Mitra Innovation  |  2023 - Present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features for e-commerce platform using React and Node.js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RESTful APIs with Express.js and MongoDB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user authentication with JWT and OAuth2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414016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 Developer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88336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WSO2  |  2022 - 2023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962656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Contributed to open-source API management project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15+ bugs and improved test coverage by 20%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- Kanishka Fernando</dc:title>
  <dc:subject>PptxGenJS Presentation</dc:subject>
  <dc:creator>Kanishka Fernando</dc:creator>
  <cp:lastModifiedBy>Kanishka Fernando</cp:lastModifiedBy>
  <cp:revision>1</cp:revision>
  <dcterms:created xsi:type="dcterms:W3CDTF">2026-08-09T23:45:39Z</dcterms:created>
  <dcterms:modified xsi:type="dcterms:W3CDTF">2026-08-09T23:45:39Z</dcterms:modified>
</cp:coreProperties>
</file>